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C935-41A4-28BF-EE3B-0282469C0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720DC-D380-141F-FDDD-2282931F8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F9815-BB9F-1074-7053-C22E29DA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33377-1AE8-757C-89CE-1CA12F8A0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08B3B-EE62-FF3A-C82B-D26FD6CA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436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0B9B5-8C13-A85A-069E-A6D9369F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F5797-94B4-0BB1-B6B6-107152FF0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06E81-D6FE-AFDC-4D79-0ADA18EB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7A9C9-FC44-A2D8-4738-7C48C5736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342F9-CF81-2C93-B702-4E883C8B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47538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CB71-A86B-E528-000B-812188D2F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D7050-ED22-AD63-679F-A379954B7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B91A-79F3-85B6-A189-3A484921D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8F2AF-3991-BAF9-80B6-80BEA474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75091-ADD5-1E6A-2983-BE85F2B3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209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400B-C03B-F081-9775-3C3EA66E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31F97-8BD5-79E1-8FA8-CF4B56934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7F969-8C18-A6A1-07BA-301761C53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57EFC-0650-8507-21EA-2B315933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334F3-7CAC-A2B4-D7A6-23D49B46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439D0-9205-D383-E106-9B66FE01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037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88ED9-DB66-CEEC-BDDA-9302EB61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EFC55-4760-A9C6-1AE2-28EDB296A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304D9-5FD4-53AC-6823-4D37BF1F1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C04C9B-6D49-86B0-93B7-B9B78BBDB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F746C6-5F70-F081-EF17-32E410DC5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81B41F-CCAA-EDA9-32FB-42628358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1E0EC9-487D-100A-F517-580E2241E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8029C-9AA2-C531-4B20-6EA1D143E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86071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0755-D4B5-064B-B606-B371A19F6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9F43CF-14F4-24BF-F27D-87405E9DB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FEDF2-D591-3C21-6A56-4DF8C67B6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3E428-4909-6A11-BEEE-4FD3A4D6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5624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1B7BF-BEAF-0214-73DD-96DEAAA7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F7742-751A-F152-0878-BD9ACE483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47F49-11E8-7174-80C3-A314CD99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82391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A92A-5B92-7772-D901-1B30F9EE1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EAA0B-ED2A-3446-D693-7B83B79B9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D4FAC-CAC3-F160-5840-D3835C539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25A9D-409B-63EC-F05E-30760F35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586D1-E067-4275-A5F1-BC2AFE17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B528C-9DA5-E4F8-5992-44D5C72B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92480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633D-58B4-B487-1CA9-FA2ADB74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7D99BF-AD8F-7320-9DA4-5AA307854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D6609-60CD-6FD6-A104-FCC7B90DA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BA0B4-FD27-F7D8-661B-DF591224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1DB69-AAD6-8467-B92A-474CC85E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BEC54-E8BC-4718-9466-8DE0536D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8806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3BDBC-664B-3F6D-E759-0630D24B0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57A86-9A4C-99F1-5D06-3E833F584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91E28-8D36-E22A-2508-7C1408B4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813C1-6035-C498-E05A-542CFA48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A2899-4983-5D58-59A1-B6073730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9870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0F51D5-6EA7-BD1D-747C-0DCF6A067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4174B-95C5-62F9-7529-2A55D0839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8A3B7-5842-8508-0708-E825664E9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B9EF-5F1F-0175-F110-C93D58DCF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F4A54-076A-0F9B-319C-E541DAEA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709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78A3F-F7CC-08F0-6272-2FB6F5F33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4ECDB-3059-D4BA-7B20-620B06B4B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17DE3-664B-EBF8-0A8F-26937BD07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C891D-987B-4513-840F-BC4F327A9565}" type="datetimeFigureOut">
              <a:rPr lang="en-IE" smtClean="0"/>
              <a:t>07/04/2026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EFD87-47D2-0E66-A553-16F6D140C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2952F-FF34-6F74-A997-5C56BD444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06AEF-8970-4BBC-9DB2-2BED94BF70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473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CA8613-FB0F-1BDE-BC8E-E881425F6A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2750426-7DE9-97D0-EB74-A467194483EE}"/>
              </a:ext>
            </a:extLst>
          </p:cNvPr>
          <p:cNvSpPr/>
          <p:nvPr/>
        </p:nvSpPr>
        <p:spPr>
          <a:xfrm>
            <a:off x="1406470" y="344479"/>
            <a:ext cx="1197428" cy="1153886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3A76348-C32C-B3E5-9A3E-6C549F34A183}"/>
              </a:ext>
            </a:extLst>
          </p:cNvPr>
          <p:cNvSpPr/>
          <p:nvPr/>
        </p:nvSpPr>
        <p:spPr>
          <a:xfrm>
            <a:off x="7557779" y="4805763"/>
            <a:ext cx="1796143" cy="1088572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DDB8ED3-A148-DA01-3473-F7F931B7AEE3}"/>
              </a:ext>
            </a:extLst>
          </p:cNvPr>
          <p:cNvSpPr/>
          <p:nvPr/>
        </p:nvSpPr>
        <p:spPr>
          <a:xfrm>
            <a:off x="6349074" y="418650"/>
            <a:ext cx="5383318" cy="3332123"/>
          </a:xfrm>
          <a:custGeom>
            <a:avLst/>
            <a:gdLst>
              <a:gd name="csX0" fmla="*/ 0 w 5383318"/>
              <a:gd name="csY0" fmla="*/ 466340 h 3332123"/>
              <a:gd name="csX1" fmla="*/ 4963886 w 5383318"/>
              <a:gd name="csY1" fmla="*/ 3329283 h 3332123"/>
              <a:gd name="csX2" fmla="*/ 4680857 w 5383318"/>
              <a:gd name="csY2" fmla="*/ 9140 h 3332123"/>
              <a:gd name="csX3" fmla="*/ 1186543 w 5383318"/>
              <a:gd name="csY3" fmla="*/ 2371340 h 3332123"/>
              <a:gd name="csX4" fmla="*/ 1110343 w 5383318"/>
              <a:gd name="csY4" fmla="*/ 3274854 h 3332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83318" h="3332123">
                <a:moveTo>
                  <a:pt x="0" y="466340"/>
                </a:moveTo>
                <a:cubicBezTo>
                  <a:pt x="2091871" y="1935911"/>
                  <a:pt x="4183743" y="3405483"/>
                  <a:pt x="4963886" y="3329283"/>
                </a:cubicBezTo>
                <a:cubicBezTo>
                  <a:pt x="5744029" y="3253083"/>
                  <a:pt x="5310414" y="168797"/>
                  <a:pt x="4680857" y="9140"/>
                </a:cubicBezTo>
                <a:cubicBezTo>
                  <a:pt x="4051300" y="-150517"/>
                  <a:pt x="1781629" y="1827054"/>
                  <a:pt x="1186543" y="2371340"/>
                </a:cubicBezTo>
                <a:cubicBezTo>
                  <a:pt x="591457" y="2915626"/>
                  <a:pt x="1141186" y="3191397"/>
                  <a:pt x="1110343" y="3274854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318E679-1681-8B75-D5A2-C1AB6E02F3A2}"/>
              </a:ext>
            </a:extLst>
          </p:cNvPr>
          <p:cNvSpPr/>
          <p:nvPr/>
        </p:nvSpPr>
        <p:spPr>
          <a:xfrm>
            <a:off x="9796631" y="1353631"/>
            <a:ext cx="1393371" cy="139337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7363A0-102C-DC4F-D939-CFE500773209}"/>
              </a:ext>
            </a:extLst>
          </p:cNvPr>
          <p:cNvSpPr/>
          <p:nvPr/>
        </p:nvSpPr>
        <p:spPr>
          <a:xfrm>
            <a:off x="2030186" y="4364892"/>
            <a:ext cx="1970314" cy="197031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878271-0DB8-12EA-6060-6C55031E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108" y="1150423"/>
            <a:ext cx="2996548" cy="29984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AE4BF1B-83F1-8998-BED8-4718334040DA}"/>
              </a:ext>
            </a:extLst>
          </p:cNvPr>
          <p:cNvSpPr/>
          <p:nvPr/>
        </p:nvSpPr>
        <p:spPr>
          <a:xfrm rot="16200000">
            <a:off x="-561085" y="2529166"/>
            <a:ext cx="2871719" cy="3677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F43F2E-F8AE-6010-BF89-9F9D588BB532}"/>
              </a:ext>
            </a:extLst>
          </p:cNvPr>
          <p:cNvSpPr/>
          <p:nvPr/>
        </p:nvSpPr>
        <p:spPr>
          <a:xfrm>
            <a:off x="10769181" y="5410199"/>
            <a:ext cx="856761" cy="86541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804B00-E1BC-6564-99A1-DCCE192C5066}"/>
              </a:ext>
            </a:extLst>
          </p:cNvPr>
          <p:cNvSpPr/>
          <p:nvPr/>
        </p:nvSpPr>
        <p:spPr>
          <a:xfrm>
            <a:off x="446314" y="5475515"/>
            <a:ext cx="856761" cy="80009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E2C437-FE68-CB1B-0CFA-7C1BEA9F4455}"/>
              </a:ext>
            </a:extLst>
          </p:cNvPr>
          <p:cNvSpPr/>
          <p:nvPr/>
        </p:nvSpPr>
        <p:spPr>
          <a:xfrm>
            <a:off x="446314" y="4324075"/>
            <a:ext cx="856761" cy="80009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Arrow: Quad 15">
            <a:extLst>
              <a:ext uri="{FF2B5EF4-FFF2-40B4-BE49-F238E27FC236}">
                <a16:creationId xmlns:a16="http://schemas.microsoft.com/office/drawing/2014/main" id="{1E07F14A-7CC8-E516-50C3-6CA2859A7F39}"/>
              </a:ext>
            </a:extLst>
          </p:cNvPr>
          <p:cNvSpPr/>
          <p:nvPr/>
        </p:nvSpPr>
        <p:spPr>
          <a:xfrm>
            <a:off x="5842928" y="4593770"/>
            <a:ext cx="1534885" cy="1632857"/>
          </a:xfrm>
          <a:prstGeom prst="quadArrow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4B9E7D29-7514-9910-CB6B-09A9A6EB8DFE}"/>
              </a:ext>
            </a:extLst>
          </p:cNvPr>
          <p:cNvSpPr/>
          <p:nvPr/>
        </p:nvSpPr>
        <p:spPr>
          <a:xfrm>
            <a:off x="5795486" y="1556930"/>
            <a:ext cx="1257300" cy="1257300"/>
          </a:xfrm>
          <a:prstGeom prst="donut">
            <a:avLst>
              <a:gd name="adj" fmla="val 7463"/>
            </a:avLst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E49EE9-5E2A-60E8-AF8D-E6C97E3B3DB7}"/>
              </a:ext>
            </a:extLst>
          </p:cNvPr>
          <p:cNvSpPr/>
          <p:nvPr/>
        </p:nvSpPr>
        <p:spPr>
          <a:xfrm>
            <a:off x="6064908" y="1826353"/>
            <a:ext cx="718456" cy="7184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20" name="Graphic 19" descr="Pyramid Shape with solid fill">
            <a:extLst>
              <a:ext uri="{FF2B5EF4-FFF2-40B4-BE49-F238E27FC236}">
                <a16:creationId xmlns:a16="http://schemas.microsoft.com/office/drawing/2014/main" id="{F4E5E70F-891E-A441-979D-34098C565D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3376" y="3098214"/>
            <a:ext cx="1422224" cy="1422224"/>
          </a:xfrm>
          <a:prstGeom prst="rect">
            <a:avLst/>
          </a:prstGeom>
        </p:spPr>
      </p:pic>
      <p:pic>
        <p:nvPicPr>
          <p:cNvPr id="21" name="Graphic 20" descr="Pyramid Shape with solid fill">
            <a:extLst>
              <a:ext uri="{FF2B5EF4-FFF2-40B4-BE49-F238E27FC236}">
                <a16:creationId xmlns:a16="http://schemas.microsoft.com/office/drawing/2014/main" id="{2824454F-F6B1-E5DC-8B7D-37062C7B2E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4902" y="1702735"/>
            <a:ext cx="617506" cy="617506"/>
          </a:xfrm>
          <a:prstGeom prst="rect">
            <a:avLst/>
          </a:prstGeom>
        </p:spPr>
      </p:pic>
      <p:pic>
        <p:nvPicPr>
          <p:cNvPr id="22" name="Graphic 21" descr="Pyramid Shape with solid fill">
            <a:extLst>
              <a:ext uri="{FF2B5EF4-FFF2-40B4-BE49-F238E27FC236}">
                <a16:creationId xmlns:a16="http://schemas.microsoft.com/office/drawing/2014/main" id="{1331BDB2-D8EC-0879-F1E3-7018398A39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7494" y="2342310"/>
            <a:ext cx="878872" cy="878872"/>
          </a:xfrm>
          <a:prstGeom prst="rect">
            <a:avLst/>
          </a:prstGeom>
        </p:spPr>
      </p:pic>
      <p:pic>
        <p:nvPicPr>
          <p:cNvPr id="25" name="Graphic 24" descr="Cube with solid fill">
            <a:extLst>
              <a:ext uri="{FF2B5EF4-FFF2-40B4-BE49-F238E27FC236}">
                <a16:creationId xmlns:a16="http://schemas.microsoft.com/office/drawing/2014/main" id="{14FD4E85-B021-1EFD-BB07-02828C0544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4091" y="2986317"/>
            <a:ext cx="1519638" cy="1519638"/>
          </a:xfrm>
          <a:prstGeom prst="rect">
            <a:avLst/>
          </a:prstGeom>
        </p:spPr>
      </p:pic>
      <p:pic>
        <p:nvPicPr>
          <p:cNvPr id="27" name="Graphic 26" descr="Cylinder with solid fill">
            <a:extLst>
              <a:ext uri="{FF2B5EF4-FFF2-40B4-BE49-F238E27FC236}">
                <a16:creationId xmlns:a16="http://schemas.microsoft.com/office/drawing/2014/main" id="{571DE3C0-F100-CF5F-2805-8BF30521E2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8345" y="389533"/>
            <a:ext cx="1143511" cy="1143511"/>
          </a:xfrm>
          <a:prstGeom prst="rect">
            <a:avLst/>
          </a:prstGeom>
        </p:spPr>
      </p:pic>
      <p:pic>
        <p:nvPicPr>
          <p:cNvPr id="29" name="Graphic 28" descr="Sphere with solid fill">
            <a:extLst>
              <a:ext uri="{FF2B5EF4-FFF2-40B4-BE49-F238E27FC236}">
                <a16:creationId xmlns:a16="http://schemas.microsoft.com/office/drawing/2014/main" id="{73910DD8-6410-6DD0-07E2-825432FFC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1155" y="5410198"/>
            <a:ext cx="1034143" cy="1034143"/>
          </a:xfrm>
          <a:prstGeom prst="rect">
            <a:avLst/>
          </a:prstGeom>
        </p:spPr>
      </p:pic>
      <p:pic>
        <p:nvPicPr>
          <p:cNvPr id="31" name="Graphic 30" descr="Cone with solid fill">
            <a:extLst>
              <a:ext uri="{FF2B5EF4-FFF2-40B4-BE49-F238E27FC236}">
                <a16:creationId xmlns:a16="http://schemas.microsoft.com/office/drawing/2014/main" id="{AFA7E91F-0051-8832-2D59-0CF7B7417B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494" y="362770"/>
            <a:ext cx="914400" cy="914400"/>
          </a:xfrm>
          <a:prstGeom prst="rect">
            <a:avLst/>
          </a:prstGeom>
        </p:spPr>
      </p:pic>
      <p:pic>
        <p:nvPicPr>
          <p:cNvPr id="32" name="Graphic 31" descr="Cube with solid fill">
            <a:extLst>
              <a:ext uri="{FF2B5EF4-FFF2-40B4-BE49-F238E27FC236}">
                <a16:creationId xmlns:a16="http://schemas.microsoft.com/office/drawing/2014/main" id="{5EBB0DEC-9EEE-EDE7-B7C9-93F14AFDAE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7632" y="4002841"/>
            <a:ext cx="872510" cy="872510"/>
          </a:xfrm>
          <a:prstGeom prst="rect">
            <a:avLst/>
          </a:prstGeom>
        </p:spPr>
      </p:pic>
      <p:pic>
        <p:nvPicPr>
          <p:cNvPr id="33" name="Graphic 32" descr="Cube with solid fill">
            <a:extLst>
              <a:ext uri="{FF2B5EF4-FFF2-40B4-BE49-F238E27FC236}">
                <a16:creationId xmlns:a16="http://schemas.microsoft.com/office/drawing/2014/main" id="{B15D5BEB-02EB-C91D-6991-BBC91EC8E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6832" y="4788591"/>
            <a:ext cx="561458" cy="561458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10F7FB9-E389-41A8-A9F7-22F1B821FDBB}"/>
              </a:ext>
            </a:extLst>
          </p:cNvPr>
          <p:cNvSpPr/>
          <p:nvPr/>
        </p:nvSpPr>
        <p:spPr>
          <a:xfrm>
            <a:off x="4688854" y="275820"/>
            <a:ext cx="1154074" cy="3677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B07865-EF7E-155C-E01C-30DD71265C67}"/>
              </a:ext>
            </a:extLst>
          </p:cNvPr>
          <p:cNvSpPr/>
          <p:nvPr/>
        </p:nvSpPr>
        <p:spPr>
          <a:xfrm>
            <a:off x="7061940" y="275820"/>
            <a:ext cx="318574" cy="3677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633113-C1DA-DAE6-019E-C8E7E7078F52}"/>
              </a:ext>
            </a:extLst>
          </p:cNvPr>
          <p:cNvSpPr/>
          <p:nvPr/>
        </p:nvSpPr>
        <p:spPr>
          <a:xfrm>
            <a:off x="5995234" y="275820"/>
            <a:ext cx="914400" cy="3677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3835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Burns</dc:creator>
  <cp:lastModifiedBy>Sean Burns</cp:lastModifiedBy>
  <cp:revision>2</cp:revision>
  <dcterms:created xsi:type="dcterms:W3CDTF">2026-04-07T21:19:13Z</dcterms:created>
  <dcterms:modified xsi:type="dcterms:W3CDTF">2026-04-07T22:31:36Z</dcterms:modified>
</cp:coreProperties>
</file>